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showing you how Paid.ai can become a critical layer in Thinkific's platform ecosystem, helping your 35,000+ course creators optimize every dollar they earn. This is about accelerating growth for your customers—and for Thinkific.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Thinkific is a mature SaaS platform with strong market traction and significant institutional backing. They're actively expanding product capabilities, investing in AI, and pursuing larger enterprise customers. This is the right moment to discuss a revenue acceleration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know Thinkific is focused on improving customer retention and ARPU by attracting higher-value creators and enhancing product capabilities. The core issue is that your platform excels at course building and delivery—but stops short of helping creators maximize revenue from those courses. That's where we come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Paid.ai isn't just another content tool—it's a revenue strategist. We combine AI-generated positioning with pricing psychology and offer structuring. For your creators, it means launching optimized digital products in hours instead of weeks. For Thinkific, it means customers earn more, stay longer, and upgrade to higher-tier plans.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strategic optionality for Thinkific. You're already expanding into AI and targeting larger customers. Paid.ai accelerates both by giving your entire user base a powerful competitive advantage in a crowded digital product market. It makes Thinkific the platform of choice for serious course creators.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actively working with creators and platforms in your space. The demand signal is clear—creators want faster, smarter ways to monetize. Thinkific customers will immediately recognize the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see this as a genuine partnership opportunity that benefits your entire ecosystem. Let's start with a focused conversation about your platform roadmap and customer needs. If the fit is right, we can move quickly to a pilot and demonstrate real ARPU and retention impact.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Paid.ai for Thinkific</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Turn Course Creators Into Revenue-Maximizing MachinesAI-Powered Monetization That ScalesJanuary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Company Snapshot: Thinkific</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Industry: Cloud-based e-learning &amp; digital products platformScale: 35,000+ customers globally, 391 employees across 6 continentsRevenue: $70.7M TTM (as of mid-2025)Recent momentum: $11M funding round (June 2025), strategic executive hires, expanding AI capabilitiesCustomer caliber: GoDaddy, Nasdaq, Shopify, Salesforce, Microsoft, Columbia University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The Challenge</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Your customers face a critical gap:Course creators launch courses but struggle to optimize pricing &amp; positioning — leaving revenue on the table and facing buyer hesitationManual sales funnel &amp; offer creation is time-consuming — diverting energy from content creation, their core strengthARPU and retention pressure — creators need higher revenue per customer to justify platform costs and stay engaged long-termNo built-in monetization intelligence — current workflows require external tools, creating friction and data silosResult: Undermonetized creators = lower customer lifetime value for Thinkific.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The Solution</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Paid.ai: Your Native Monetization EngineA seamlessly integrated AI layer that turns Thinkific courses into revenue machines:AI-Generated High-Converting Offers — Automatically craft compelling value propositions, pricing tiers, and package options based on ICP analysisAutomated Sales Funnel &amp; Page Creation — Smart sales pages, landing pages, and email sequences—all optimized for conversion in minutes, not weeksSmart Pricing Optimization — Dynamic pricing psychology, willingness-to-pay analysis, and upsell/cross-sell recommendations built on AIIntegrated Revenue Analytics — Track what works, measure monetization performance, and iterate in real-timeOne-Click Stripe Integration — Seamless payment processing native to Thinkific's existing workflow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Why Paid.ai Fits Thinkific</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Perfect product adjacency: Thinkific owns course creation; Paid.ai owns revenue optimization. Together, you own the full creator-to-revenue journeySolves known pain points: ARPU growth, customer retention, and higher-value customer acquisition—all directly addressedAligns with your expansion strategy: You're investing in AI-powered tools and enterprise solutions. Monetization intelligence is the next frontierNative integration advantage: Built into Thinkific's platform, not a third-party tool—reduces friction, improves adoption, increases customer stickinessRevenue multiplier: Higher-earning creators = higher lifetime value, better retention metrics, organic expansion to new user segments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Social Proof &amp; Traction</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Paid.ai is trusted by creators and platforms solving real monetization challenges:Linkup.so, Firecrawl: Early adopters using Paid.ai to launch and optimize digital product salesCreator Hook, Lemon.io: Current customers scaling revenue with AI-generated offers and funnel optimizationProven integrations: Stripe, Gumroad, and major payment providers—already built for compatibility with Thinkific's tech stackMarket validation: Solving a core pain point in the $250B+ digital learning &amp; creator economy space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731520" y="457200"/>
            <a:ext cx="10515600" cy="1097280"/>
          </a:xfrm>
          <a:prstGeom prst="rect">
            <a:avLst/>
          </a:prstGeom>
          <a:noFill/>
        </p:spPr>
        <p:txBody>
          <a:bodyPr wrap="square">
            <a:spAutoFit/>
          </a:bodyPr>
          <a:lstStyle/>
          <a:p>
            <a:pPr>
              <a:defRPr sz="3200" b="1"/>
            </a:pPr>
            <a:r>
              <a:t>Next Steps</a:t>
            </a:r>
          </a:p>
        </p:txBody>
      </p:sp>
      <p:sp>
        <p:nvSpPr>
          <p:cNvPr id="4" name="TextBox 3"/>
          <p:cNvSpPr txBox="1"/>
          <p:nvPr/>
        </p:nvSpPr>
        <p:spPr>
          <a:xfrm>
            <a:off x="731520" y="1645920"/>
            <a:ext cx="10515600" cy="4572000"/>
          </a:xfrm>
          <a:prstGeom prst="rect">
            <a:avLst/>
          </a:prstGeom>
          <a:noFill/>
        </p:spPr>
        <p:txBody>
          <a:bodyPr wrap="square">
            <a:spAutoFit/>
          </a:bodyPr>
          <a:lstStyle/>
          <a:p>
            <a:pPr>
              <a:defRPr sz="1800"/>
            </a:pPr>
            <a:r>
              <a:t>Let's Explore a PartnershipWeek 1: Deep-dive on Thinkific's platform architecture, customer segments, and monetization roadmapWeek 2-3: Co-design integration strategy and pilot cohort selection (high-intent creators across your user base)Week 4+: Beta rollout, measure ARPU lift and retention impact, build go-to-market motionThe ask: 30-minute call with your product and growth leads to explore mutual fit and partnership structure.Your creators deserve better monetization tools. Let's build it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